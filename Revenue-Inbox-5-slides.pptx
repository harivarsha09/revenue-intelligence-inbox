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Findings are checkable in the app: Manager brief tab -&gt; click an evidence link to open the record and highlight the exact turn or quote.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B6B8A"/>
          </a:solidFill>
          <a:ln w="12700">
            <a:solidFill>
              <a:srgbClr val="0B6B8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needs me today, and what is actually owed?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sample, Fri 21 Aug 2026 (Asia/Kolkata) - 44 source records after the update, not 45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65760" y="11430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16916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records: 30 calls, 14 meetings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65760" y="23317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40.9%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28803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 text: 18 of 44 (calls 10/30, meetings 8/14)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35204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6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36.7%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406908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source-reported connected: 11 of 30 calls (stored label, not verified)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17520" y="1097280"/>
            <a:ext cx="57607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17520" y="1097280"/>
            <a:ext cx="54864" cy="11887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182112" y="11704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1 - stored 'follow_up' / 'referred' labels overstate intent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182112" y="1463040"/>
            <a:ext cx="5486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C10: "No. I said I will contact you if there is anything to discuss." (follow-up call refused). C09: "No, please don't use my name." C05: "If we ever decide to change the providers we already have, we could consider it then."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in: label-check panel, "Labels challenged" tile, Deal route notes (send only / do not name / no call).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017520" y="2395728"/>
            <a:ext cx="57607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17520" y="2395728"/>
            <a:ext cx="54864" cy="1188720"/>
          </a:xfrm>
          <a:prstGeom prst="rect">
            <a:avLst/>
          </a:prstGeom>
          <a:solidFill>
            <a:srgbClr val="0B6B8A"/>
          </a:solidFill>
          <a:ln w="12700">
            <a:solidFill>
              <a:srgbClr val="0B6B8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182112" y="2468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2 - prepaid vs credit is a repeat surprise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182112" y="2761488"/>
            <a:ext cx="5486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M03 turn 6: "Wait, these are prepaid? I had thought about a corporate credit card." M04 turn 11: moving from prepaid to credit is "the main issue". Two of eight transcribed meetings.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in: M03/M04 coaching + routes, brief coaching item 1.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017520" y="3694176"/>
            <a:ext cx="57607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017520" y="3694176"/>
            <a:ext cx="54864" cy="11887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182112" y="37673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3 - dated promises to customers outrank prospect chasing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3182112" y="4059936"/>
            <a:ext cx="54864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M09 turn 21: fresh reset link "says the token has expired"; turn 22: update "today, or by Monday at the latest". M07 turn 19: update in "an hour or two".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in: Manager brief follow-up priorities 1-2; Customer issues route.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B6B8A"/>
          </a:solidFill>
          <a:ln w="12700">
            <a:solidFill>
              <a:srgbClr val="0B6B8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choices and what I deliberately left out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screen answers four manager questions; everything else sits one click down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54864" cy="3749040"/>
          </a:xfrm>
          <a:prstGeom prst="rect">
            <a:avLst/>
          </a:prstGeom>
          <a:solidFill>
            <a:srgbClr val="0B6B8A"/>
          </a:solidFill>
          <a:ln w="12700">
            <a:solidFill>
              <a:srgbClr val="0B6B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0352" y="117043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screen answers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1463040"/>
            <a:ext cx="3886200" cy="3328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much, and from whom? Records by person and by hour (IST), with person and source-type filters. Call reps and meeting organisers are never merged.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we have the words? Text coverage with its denominator, split calls vs meetings.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labels can I trust? Source-reported connection rate beside a transcript-based check (8 of 10 calls vs 9 per the source).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needs me? A short exception list with the reason; six text-less calls to one number collapse into one line.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Drill-down: person -&gt; inbox -&gt; record drawer with click-to-locate evidence, source fields, revision history, route editor.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097280"/>
            <a:ext cx="54864" cy="37490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8032" y="11704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out on purpose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828032" y="1463040"/>
            <a:ext cx="3840480" cy="3328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value or deal outcomes: no CRM table; INR/USD/EUR figures in transcripts are not comparable.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 or organiser rankings: a selected sample is not a performance ranking.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ratios and speaker timing for calls: the text has no trustworthy timing.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Auto-merged account pages: similar titles are weak hints (see rejected decision).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AI at runtime and extra charts: analysis is pre-generated and honest about it.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B6B8A"/>
          </a:solidFill>
          <a:ln w="12700">
            <a:solidFill>
              <a:srgbClr val="0B6B8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and folder design - and one difficult case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routes; a record can hold several; every output keeps its record id and links to its siblings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6576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54864" cy="3749040"/>
          </a:xfrm>
          <a:prstGeom prst="rect">
            <a:avLst/>
          </a:prstGeom>
          <a:solidFill>
            <a:srgbClr val="0B6B8A"/>
          </a:solidFill>
          <a:ln w="12700">
            <a:solidFill>
              <a:srgbClr val="0B6B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0352" y="117043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(53 assignments over 44 records)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1463040"/>
            <a:ext cx="3383280" cy="3328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next steps (9) | Sales coaching (7) | Partner/channel (2)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issues (3) | Internal/vendor note (3) | Closed (2)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human review (12) | Log only (15)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= pre-generated analysis (text records) or rules (no text). Manual route always wins until reset.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state includes M07 manually set to Customer issues + Internal; an update replaced its text and the manual route stayed.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160520" y="1097280"/>
            <a:ext cx="4617720" cy="1600200"/>
          </a:xfrm>
          <a:prstGeom prst="rect">
            <a:avLst/>
          </a:prstGeom>
          <a:solidFill>
            <a:srgbClr val="16222D"/>
          </a:solidFill>
          <a:ln w="12700">
            <a:solidFill>
              <a:srgbClr val="16222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297680" y="1170432"/>
            <a:ext cx="4389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manifest.json / manifest.csv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records/&lt;ref&gt;__&lt;id8&gt;.json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routes/&lt;route&gt;/&lt;ref&gt;__&lt;id8&gt;__&lt;kind&gt;.md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routes/log/intake-log.csv  (shared)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daily/2026-08-21/manager-brief.md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daily/2026-08-21/activity-by-person.csv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60520" y="2807208"/>
            <a:ext cx="4617720" cy="2039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60520" y="2807208"/>
            <a:ext cx="54864" cy="203911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325112" y="2880360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case: M04 Cedarwave (existing customer)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325112" y="3172968"/>
            <a:ext cx="434340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prospect, yet a possible expansion: a bank-card feed that shows no available limit (turn 25) while the customer asks "what do we gain" (turn 26). Routed to Customer issues + Deal next steps; two files, cross-linked.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established: migration decision (turn 29), feed eligibility (turn 23). M13 shares the company name only: shown as "proposed related".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B6B8A"/>
          </a:solidFill>
          <a:ln w="12700">
            <a:solidFill>
              <a:srgbClr val="0B6B8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checked a key number and a key conclusion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contract passes as a local command: npm run replay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605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54864" cy="2148840"/>
          </a:xfrm>
          <a:prstGeom prst="rect">
            <a:avLst/>
          </a:prstGeom>
          <a:solidFill>
            <a:srgbClr val="0B6B8A"/>
          </a:solidFill>
          <a:ln w="12700">
            <a:solidFill>
              <a:srgbClr val="0B6B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0352" y="117043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Number: usable text 17 -&gt; 18 of 44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1463040"/>
            <a:ext cx="3886200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Counted independently from the JSON: 10 calls with a nonblank transcript + 7 meetings with turns = 17; M07 turns=[] in revision 1.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update: 8 meetings -&gt; 18; records stay 44.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coverage 40.9% = 18/44; connection 11/30 = 36.7%.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caught my own bug: percentage helper returned 500% for 5/5. Fixed in server and UI.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1148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097280"/>
            <a:ext cx="54864" cy="21488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8032" y="11704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C10 follow-up label is overstated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828032" y="1463040"/>
            <a:ext cx="3840480" cy="1728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Stored: follow_up. Text: only a brief was agreed; the follow-up call was refused (quote above).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seal script refuses to build if any quote or turn does not exist; the drawer re-verifies every evidence item live.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383280"/>
            <a:ext cx="8412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383280"/>
            <a:ext cx="54864" cy="1463040"/>
          </a:xfrm>
          <a:prstGeom prst="rect">
            <a:avLst/>
          </a:prstGeom>
          <a:solidFill>
            <a:srgbClr val="0B6B8A"/>
          </a:solidFill>
          <a:ln w="12700">
            <a:solidFill>
              <a:srgbClr val="0B6B8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0352" y="34564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results (docs/replay-report.txt)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30352" y="3749040"/>
            <a:ext cx="81381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44 added, 17 texts | repeat shuffled: 0 added, 44 ignored | M07 route changed | update: 1 replaced, still 44, 18 texts, M07 rev 2 | initial again: 44 ignored | restart: manual route intact.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run twice: identical file list, 44 manifest rows, every listed path exists, obsolete M07 review item removed.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B6B8A"/>
          </a:solidFill>
          <a:ln w="12700">
            <a:solidFill>
              <a:srgbClr val="0B6B8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20116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Trade-offs, AI usage, limits - and the decision I rejected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71323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about what is pre-generated and what is computed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605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54864" cy="18288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0352" y="117043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Rejected: auto-merging records into account folders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30352" y="1463040"/>
            <a:ext cx="388620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Considered: group by company name (M04 + M13 "Cedarwave Distribution"; similar names like Harborlight/Harborpath/Willowbank). Rejected: the contract allows a proposed association only, and a wrong merge hides a customer's real history.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folders are per record; a manager opens two records. Shown as "proposed related".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114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097280"/>
            <a:ext cx="54864" cy="1828800"/>
          </a:xfrm>
          <a:prstGeom prst="rect">
            <a:avLst/>
          </a:prstGeom>
          <a:solidFill>
            <a:srgbClr val="0B6B8A"/>
          </a:solidFill>
          <a:ln w="12700">
            <a:solidFill>
              <a:srgbClr val="0B6B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28032" y="117043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usage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828032" y="1463040"/>
            <a:ext cx="384048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build and drafting of the 18 analyses and the brief; all evidence mechanically verified.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Pre-generated: analyses, brief wording. Computed: imports, metrics, freshness, no-text routes, export.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 text marks analysis stale; no silent reuse.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063240"/>
            <a:ext cx="8412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063240"/>
            <a:ext cx="54864" cy="1783080"/>
          </a:xfrm>
          <a:prstGeom prst="rect">
            <a:avLst/>
          </a:prstGeom>
          <a:solidFill>
            <a:srgbClr val="0B6B8A"/>
          </a:solidFill>
          <a:ln w="12700">
            <a:solidFill>
              <a:srgbClr val="0B6B8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30352" y="31363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limits and next steps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30352" y="3429000"/>
            <a:ext cx="813816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Analyses are not regenerated at runtime; a changed transcript needs a human-assisted update. No deletion events handled (none in the brief).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JSON state, no auth, single user. Owners come only from speaker labels (e.g. "Team member A") that are not mapped to people.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in-app analysis editor with re-seal, hosted deployment, per-route owner assignment, reviewer notes on the 12 review items.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62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spent: fill in your own figure in the README before submitting.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Revenue Intelligence Inbox - findings and decisions</dc:title>
  <dc:subject>PptxGenJS Presentation</dc:subject>
  <dc:creator>PptxGenJS</dc:creator>
  <cp:lastModifiedBy>PptxGenJS</cp:lastModifiedBy>
  <cp:revision>1</cp:revision>
  <dcterms:created xsi:type="dcterms:W3CDTF">2026-10-23T04:37:15Z</dcterms:created>
  <dcterms:modified xsi:type="dcterms:W3CDTF">2026-10-23T04:37:15Z</dcterms:modified>
</cp:coreProperties>
</file>